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ĐỀ: PHẢN ỨNG HÓA HỌC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Môn: Khoa học Tự nhiên &amp; Hóa học THCS (Khối 8)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I. Khái niệm Phản ứng Hóa học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Phản ứng hóa học là quá trình biến đổi chất này thành chất khác.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Chất ban đầu bị biến đổi gọi là </a:t>
            </a:r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chất phản ứng (chất tham gia)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.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Chất mới sinh ra gọi là </a:t>
            </a:r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sản phẩm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.
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768096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Ví dụ minh họa: 2H₂ + O₂ ──(t°)──&gt; 2H₂O (Khí Hidro cháy tạo thành Nước)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giảng Hóa học 8 - Phản ứng hóa học</dc:title>
  <dc:subject>PptxGenJS Presentation</dc:subject>
  <dc:creator>PptxGenJS</dc:creator>
  <cp:lastModifiedBy>PptxGenJS</cp:lastModifiedBy>
  <cp:revision>1</cp:revision>
  <dcterms:created xsi:type="dcterms:W3CDTF">2026-08-22T18:01:15Z</dcterms:created>
  <dcterms:modified xsi:type="dcterms:W3CDTF">2026-08-22T18:01:15Z</dcterms:modified>
</cp:coreProperties>
</file>